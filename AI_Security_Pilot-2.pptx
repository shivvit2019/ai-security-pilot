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97fb5abcb_2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97fb5abcb_2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97fb5abcb_2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97fb5abcb_2_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f97fb5abcb_2_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97fb5abcb_2_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97fb5abcb_2_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97fb5abcb_2_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97fb5abcb_2_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97fb5abcb_2_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f97fb5abcb_2_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97fb5abcb_2_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97fb5abcb_2_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f97fb5abcb_2_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97fb5abcb_2_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97fb5abcb_2_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f97fb5abcb_2_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97fb5abcb_2_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158391" y="226750"/>
            <a:ext cx="8823000" cy="11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Security Pilot</a:t>
            </a:r>
            <a:endParaRPr b="1" sz="5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75300" y="2002163"/>
            <a:ext cx="899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Evidence-backed phishing risk classification</a:t>
            </a:r>
            <a:endParaRPr b="1" sz="20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75300" y="3221700"/>
            <a:ext cx="8906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Secure AI Hackathon Track 1: Security Reasoning Agent</a:t>
            </a:r>
            <a:endParaRPr b="0" sz="14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148375" y="4441225"/>
            <a:ext cx="8823000" cy="52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" sz="1100">
                <a:solidFill>
                  <a:srgbClr val="64748B"/>
                </a:solidFill>
              </a:rPr>
              <a:t>ontributed:</a:t>
            </a:r>
            <a:r>
              <a:rPr b="0"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lang="en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Atchyut</a:t>
            </a:r>
            <a:r>
              <a:rPr b="0"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(github.com/ShivVIT2019)           </a:t>
            </a:r>
            <a:r>
              <a:rPr b="1" lang="en" sz="110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Shreya</a:t>
            </a:r>
            <a:r>
              <a:rPr b="0"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(github.com/ssb1506)</a:t>
            </a:r>
            <a:endParaRPr b="0" sz="11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548640" y="411480"/>
            <a:ext cx="80238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300"/>
              <a:buFont typeface="Georgia"/>
              <a:buNone/>
            </a:pPr>
            <a:r>
              <a:rPr b="1" lang="en" sz="2300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Main P</a:t>
            </a:r>
            <a:r>
              <a:rPr b="1" i="0" lang="en" sz="2300" u="none" cap="none" strike="noStrike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roblem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148375" y="1165850"/>
            <a:ext cx="880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Non</a:t>
            </a:r>
            <a:r>
              <a:rPr lang="en">
                <a:solidFill>
                  <a:srgbClr val="3A4556"/>
                </a:solidFill>
              </a:rPr>
              <a:t> </a:t>
            </a:r>
            <a:r>
              <a:rPr b="0" i="0" lang="en" sz="14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technical users receive phishing and suspicious emails constantly, and often can't tell whether a message is dangerous.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548640" y="2125980"/>
            <a:ext cx="2537460" cy="1783080"/>
          </a:xfrm>
          <a:prstGeom prst="roundRect">
            <a:avLst>
              <a:gd fmla="val 3077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754380" y="229743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The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54380" y="2674620"/>
            <a:ext cx="21259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People guess, or ignore warning signs entirely.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3291840" y="2125980"/>
            <a:ext cx="2537460" cy="1783080"/>
          </a:xfrm>
          <a:prstGeom prst="roundRect">
            <a:avLst>
              <a:gd fmla="val 3077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3497580" y="229743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Our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497580" y="2674620"/>
            <a:ext cx="21259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Paste an email, get a clear risk level with visible evidence.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035040" y="2125980"/>
            <a:ext cx="2537460" cy="1783080"/>
          </a:xfrm>
          <a:prstGeom prst="roundRect">
            <a:avLst>
              <a:gd fmla="val 3077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6240780" y="2297430"/>
            <a:ext cx="2125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The safeguard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240780" y="2674620"/>
            <a:ext cx="21259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The system says "uncertain" rather than forcing a wrong answer.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390365" y="445755"/>
            <a:ext cx="802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300"/>
              <a:buFont typeface="Georgia"/>
              <a:buNone/>
            </a:pPr>
            <a:r>
              <a:rPr b="1" lang="en" sz="2300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Working Methodology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38912" y="1783080"/>
            <a:ext cx="1783080" cy="1165860"/>
          </a:xfrm>
          <a:prstGeom prst="roundRect">
            <a:avLst>
              <a:gd fmla="val 4706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438912" y="188595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541782" y="2228850"/>
            <a:ext cx="15773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Pastes email 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into Streamlit UI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2221992" y="1783080"/>
            <a:ext cx="37719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2599182" y="1783080"/>
            <a:ext cx="1783080" cy="1165860"/>
          </a:xfrm>
          <a:prstGeom prst="roundRect">
            <a:avLst>
              <a:gd fmla="val 4706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2599182" y="188595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2702052" y="2228850"/>
            <a:ext cx="15773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POST /analyze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endpoint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382262" y="1783080"/>
            <a:ext cx="37719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759452" y="1783080"/>
            <a:ext cx="1783080" cy="1165860"/>
          </a:xfrm>
          <a:prstGeom prst="roundRect">
            <a:avLst>
              <a:gd fmla="val 4706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4759452" y="188595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4862322" y="2228850"/>
            <a:ext cx="15773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Structured JSON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risk classification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542532" y="1783080"/>
            <a:ext cx="37719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6919722" y="1783080"/>
            <a:ext cx="1783080" cy="1165860"/>
          </a:xfrm>
          <a:prstGeom prst="roundRect">
            <a:avLst>
              <a:gd fmla="val 4706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6919722" y="188595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022592" y="2228850"/>
            <a:ext cx="15773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risk_level, evidence,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confidence, flagged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558915" y="3685505"/>
            <a:ext cx="802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Required trust &amp; safety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548650" y="4031725"/>
            <a:ext cx="8650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If the model can't find enough signal to be confident, it returns "Uncertain" with low confidence instead of forcing a Low/Medium/High verdict.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548640" y="342900"/>
            <a:ext cx="8023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Demo  (</a:t>
            </a:r>
            <a:r>
              <a:rPr b="1" lang="en" sz="2000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" sz="2000" u="none" cap="none" strike="noStrike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lagged phishing email)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48640" y="925830"/>
            <a:ext cx="4526280" cy="3703320"/>
          </a:xfrm>
          <a:prstGeom prst="roundRect">
            <a:avLst>
              <a:gd fmla="val 1111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754380" y="106299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Input email (excerpt)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54392" y="150875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"Your account has been suspended due to unusual activity. Click here immediately to verify your identity within 24 hours or your account will be permanently deleted: http://secure-bank-verify.tk/login..."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754380" y="250318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Live UI, tested and 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streamlit_ui.png" id="332" name="Google Shape;3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3188970"/>
            <a:ext cx="4114800" cy="13030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7"/>
          <p:cNvSpPr/>
          <p:nvPr/>
        </p:nvSpPr>
        <p:spPr>
          <a:xfrm>
            <a:off x="5280660" y="925830"/>
            <a:ext cx="3326130" cy="3703320"/>
          </a:xfrm>
          <a:prstGeom prst="roundRect">
            <a:avLst>
              <a:gd fmla="val 1237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5486400" y="1131570"/>
            <a:ext cx="29489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759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15759"/>
                </a:solidFill>
                <a:latin typeface="Arial"/>
                <a:ea typeface="Arial"/>
                <a:cs typeface="Arial"/>
                <a:sym typeface="Arial"/>
              </a:rPr>
              <a:t>Risk Level: HIGH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486400" y="1508760"/>
            <a:ext cx="29489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Confidence: 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5486400" y="1817370"/>
            <a:ext cx="29489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759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15759"/>
                </a:solidFill>
                <a:latin typeface="Arial"/>
                <a:ea typeface="Arial"/>
                <a:cs typeface="Arial"/>
                <a:sym typeface="Arial"/>
              </a:rPr>
              <a:t>🚩 Flagged as potentially dangerous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5486400" y="2228850"/>
            <a:ext cx="29489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&amp; reasoning: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486400" y="2537460"/>
            <a:ext cx="29489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Uses urgent, threatening language to create panic and demands immediate action. Directs the recipient to a suspicious .tk domain — commonly associated with malicious activity — to "verify identity," indicating a credential-harvesting attempt.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/>
          <p:nvPr/>
        </p:nvSpPr>
        <p:spPr>
          <a:xfrm>
            <a:off x="548640" y="342900"/>
            <a:ext cx="8023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000"/>
              <a:buFont typeface="Georgia"/>
              <a:buNone/>
            </a:pPr>
            <a:r>
              <a:rPr b="1" i="0" lang="en" sz="2000" u="none" cap="none" strike="noStrike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Demo  </a:t>
            </a:r>
            <a:r>
              <a:rPr b="1" lang="en" sz="2000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(S</a:t>
            </a:r>
            <a:r>
              <a:rPr b="1" i="0" lang="en" sz="2000" u="none" cap="none" strike="noStrike">
                <a:solidFill>
                  <a:srgbClr val="1A2332"/>
                </a:solidFill>
                <a:latin typeface="Georgia"/>
                <a:ea typeface="Georgia"/>
                <a:cs typeface="Georgia"/>
                <a:sym typeface="Georgia"/>
              </a:rPr>
              <a:t>afety layer)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48640" y="788670"/>
            <a:ext cx="8023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When there isn't enough evidence, the system refuses to force a verdict  it says so instead of guessing.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fastapi_docs.png" id="346" name="Google Shape;3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68730"/>
            <a:ext cx="4389120" cy="336042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8"/>
          <p:cNvSpPr/>
          <p:nvPr/>
        </p:nvSpPr>
        <p:spPr>
          <a:xfrm>
            <a:off x="5212080" y="1268730"/>
            <a:ext cx="3394710" cy="3360420"/>
          </a:xfrm>
          <a:prstGeom prst="roundRect">
            <a:avLst>
              <a:gd fmla="val 1224" name="adj"/>
            </a:avLst>
          </a:prstGeom>
          <a:solidFill>
            <a:srgbClr val="F2F3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5417820" y="147447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2332"/>
                </a:solidFill>
                <a:latin typeface="Arial"/>
                <a:ea typeface="Arial"/>
                <a:cs typeface="Arial"/>
                <a:sym typeface="Arial"/>
              </a:rPr>
              <a:t>Test input: "string" (placeholder / low-signal 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5417820" y="1954530"/>
            <a:ext cx="30175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3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89B36"/>
                </a:solidFill>
                <a:latin typeface="Arial"/>
                <a:ea typeface="Arial"/>
                <a:cs typeface="Arial"/>
                <a:sym typeface="Arial"/>
              </a:rPr>
              <a:t>Risk Level: UNCERTAIN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417820" y="229743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Confidence: Low     Flagged: false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417820" y="2674620"/>
            <a:ext cx="301752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6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3A4556"/>
                </a:solidFill>
                <a:latin typeface="Arial"/>
                <a:ea typeface="Arial"/>
                <a:cs typeface="Arial"/>
                <a:sym typeface="Arial"/>
              </a:rPr>
              <a:t>"The email content provided contains no discernible information such as sender, subject, body, or links to analyze for phishing risk."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417820" y="3840480"/>
            <a:ext cx="30175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9A6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C9A6A"/>
                </a:solidFill>
                <a:latin typeface="Arial"/>
                <a:ea typeface="Arial"/>
                <a:cs typeface="Arial"/>
                <a:sym typeface="Arial"/>
              </a:rPr>
              <a:t>This is the required trust/safety mechanism for Track 1 — tested and confirmed working.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/>
          <p:nvPr/>
        </p:nvSpPr>
        <p:spPr>
          <a:xfrm>
            <a:off x="548640" y="411480"/>
            <a:ext cx="80238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Georg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Result</a:t>
            </a:r>
            <a:r>
              <a:rPr b="1"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&amp;</a:t>
            </a:r>
            <a:r>
              <a:rPr b="1" i="0" lang="en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b="1" i="0" lang="en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ext </a:t>
            </a:r>
            <a:r>
              <a:rPr b="1" lang="en" sz="2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b="1" i="0" lang="en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teps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48640" y="153087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B5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9FD8B5"/>
                </a:solidFill>
                <a:latin typeface="Arial"/>
                <a:ea typeface="Arial"/>
                <a:cs typeface="Arial"/>
                <a:sym typeface="Arial"/>
              </a:rPr>
              <a:t>What it delivers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548650" y="2444400"/>
            <a:ext cx="4023300" cy="19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A fast, evidence-backed way to triage suspicious emails</a:t>
            </a:r>
            <a:b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D6DCE5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Clear risk level, confidence, and reasoning  not a black box</a:t>
            </a:r>
            <a:b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D6DCE5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Refuses to guess when evidence is insufficient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4732000" y="1451400"/>
            <a:ext cx="434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26B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E8B26B"/>
                </a:solidFill>
              </a:rPr>
              <a:t>Limitations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4732008" y="2571755"/>
            <a:ext cx="3840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D6DCE5"/>
                </a:solidFill>
                <a:latin typeface="Arial"/>
                <a:ea typeface="Arial"/>
                <a:cs typeface="Arial"/>
                <a:sym typeface="Arial"/>
              </a:rPr>
              <a:t>Evidence currently comes from the LLM's own reasoning rather than an independent rules/regex layer. A strong next iteration would add deterministic signal detection (sender-domain checks, link analysis) alongside the AI explanation, plus an audit log of every decision.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548640" y="4526280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2A6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8492A6"/>
                </a:solidFill>
                <a:latin typeface="Arial"/>
                <a:ea typeface="Arial"/>
                <a:cs typeface="Arial"/>
                <a:sym typeface="Arial"/>
              </a:rPr>
              <a:t>github.com/ShivVIT2019/ai-security-pilot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